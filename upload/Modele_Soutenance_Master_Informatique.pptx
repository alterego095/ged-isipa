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Titre du mémoire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Mémoire de Master en Informatique</a:t>
            </a:r>
          </a:p>
          <a:p>
            <a:r>
              <a:t>Nom et prénom</a:t>
            </a:r>
          </a:p>
          <a:p>
            <a:r>
              <a:t>Université</a:t>
            </a:r>
          </a:p>
          <a:p>
            <a:r>
              <a:t>Année académique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Présentation du domaine étudié</a:t>
            </a:r>
          </a:p>
          <a:p>
            <a:r>
              <a:t>• Problème identifié</a:t>
            </a:r>
          </a:p>
          <a:p>
            <a:r>
              <a:t>• Importance du sujet</a:t>
            </a:r>
          </a:p>
          <a:p>
            <a:r>
              <a:t>• Question de recherche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et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Objectif général : concevoir ou analyser ...</a:t>
            </a:r>
          </a:p>
          <a:p/>
          <a:p>
            <a:r>
              <a:t>Contributions :</a:t>
            </a:r>
          </a:p>
          <a:p>
            <a:r>
              <a:t>• Développer une solution</a:t>
            </a:r>
          </a:p>
          <a:p>
            <a:r>
              <a:t>• Améliorer les performances</a:t>
            </a:r>
          </a:p>
          <a:p>
            <a:r>
              <a:t>• Évaluer les résultats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Technologies utilisées</a:t>
            </a:r>
          </a:p>
          <a:p>
            <a:r>
              <a:t>• Architecture proposée</a:t>
            </a:r>
          </a:p>
          <a:p>
            <a:r>
              <a:t>• Méthode de développement</a:t>
            </a:r>
          </a:p>
          <a:p>
            <a:r>
              <a:t>• Outils et logiciels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obtenus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Fonctionnalités développées</a:t>
            </a:r>
          </a:p>
          <a:p>
            <a:r>
              <a:t>• Tests réalisés</a:t>
            </a:r>
          </a:p>
          <a:p>
            <a:r>
              <a:t>• Performances obtenues</a:t>
            </a:r>
          </a:p>
          <a:p>
            <a:r>
              <a:t>• Comparaison avec l'existant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 : principaux apports</a:t>
            </a:r>
          </a:p>
          <a:p/>
          <a:p>
            <a:r>
              <a:t>Perspectives :</a:t>
            </a:r>
          </a:p>
          <a:p>
            <a:r>
              <a:t>• Améliorations futures</a:t>
            </a:r>
          </a:p>
          <a:p>
            <a:r>
              <a:t>• Extensions possibles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Merci pour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Questions et échanges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